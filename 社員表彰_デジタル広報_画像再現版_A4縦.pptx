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984" cy="10691987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228600" y="-45720"/>
            <a:ext cx="8092440" cy="502920"/>
          </a:xfrm>
          <a:prstGeom prst="parallelogram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274320" y="384048"/>
            <a:ext cx="3383280" cy="292608"/>
          </a:xfrm>
          <a:prstGeom prst="parallelogram">
            <a:avLst/>
          </a:prstGeom>
          <a:solidFill>
            <a:srgbClr val="05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228600" y="612648"/>
            <a:ext cx="1874519" cy="155448"/>
          </a:xfrm>
          <a:prstGeom prst="parallelogram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3611880" y="0"/>
            <a:ext cx="4160520" cy="411480"/>
          </a:xfrm>
          <a:prstGeom prst="parallelogram">
            <a:avLst/>
          </a:prstGeom>
          <a:solidFill>
            <a:srgbClr val="DD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4709160" y="0"/>
            <a:ext cx="3063240" cy="256032"/>
          </a:xfrm>
          <a:prstGeom prst="parallelogram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"/>
            <a:ext cx="219456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Yu Gothic"/>
              </a:rPr>
              <a:t>C O M P A N Y   N E W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91440"/>
            <a:ext cx="1188720" cy="32918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/>
            <a:r>
              <a:rPr sz="800" b="0">
                <a:solidFill>
                  <a:srgbClr val="0A2740"/>
                </a:solidFill>
                <a:latin typeface="Yu Gothic"/>
              </a:rPr>
              <a:t>2024年○月○日
○○○株式会社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76072" y="621792"/>
            <a:ext cx="3383280" cy="457200"/>
          </a:xfrm>
          <a:prstGeom prst="parallelogram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3639312" y="621792"/>
            <a:ext cx="411480" cy="457200"/>
          </a:xfrm>
          <a:prstGeom prst="parallelogram">
            <a:avLst/>
          </a:prstGeom>
          <a:solidFill>
            <a:srgbClr val="ECB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704088"/>
            <a:ext cx="269748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Yu Gothic"/>
              </a:rPr>
              <a:t>私たちの仲間が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960120"/>
            <a:ext cx="233172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700" b="0">
                <a:solidFill>
                  <a:srgbClr val="1069AA"/>
                </a:solidFill>
                <a:latin typeface="Yu Gothic"/>
              </a:rPr>
              <a:t>C O N G R A T U L A T I O N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88720"/>
            <a:ext cx="2331720" cy="10972"/>
          </a:xfrm>
          <a:prstGeom prst="rect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73952" y="1156716"/>
            <a:ext cx="41148" cy="41148"/>
          </a:xfrm>
          <a:prstGeom prst="ellipse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097280"/>
            <a:ext cx="6629400" cy="8412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3900" b="1">
                <a:solidFill>
                  <a:srgbClr val="032A4C"/>
                </a:solidFill>
                <a:latin typeface="Yu Gothic"/>
              </a:rPr>
              <a:t>表彰されました！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331720" y="1078992"/>
            <a:ext cx="438912" cy="566928"/>
          </a:xfrm>
          <a:prstGeom prst="parallelogram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3264408" y="1417320"/>
            <a:ext cx="384048" cy="384048"/>
          </a:xfrm>
          <a:prstGeom prst="parallelogram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075688"/>
            <a:ext cx="4617720" cy="47548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1400" b="1">
                <a:solidFill>
                  <a:srgbClr val="0A2740"/>
                </a:solidFill>
                <a:latin typeface="Yu Gothic"/>
              </a:rPr>
              <a:t>日々の努力と挑戦が高く評価され、
当社の ○○さんが「○○○○賞」を受賞しました！</a:t>
            </a:r>
          </a:p>
        </p:txBody>
      </p:sp>
      <p:sp>
        <p:nvSpPr>
          <p:cNvPr id="20" name="Parallelogram 19"/>
          <p:cNvSpPr/>
          <p:nvPr/>
        </p:nvSpPr>
        <p:spPr>
          <a:xfrm>
            <a:off x="-274320" y="2468880"/>
            <a:ext cx="1005840" cy="4480560"/>
          </a:xfrm>
          <a:prstGeom prst="parallelogram">
            <a:avLst/>
          </a:prstGeom>
          <a:solidFill>
            <a:srgbClr val="05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-182880" y="2651760"/>
            <a:ext cx="658368" cy="3977639"/>
          </a:xfrm>
          <a:prstGeom prst="parallelogram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3840480" y="2670048"/>
            <a:ext cx="640080" cy="3840480"/>
          </a:xfrm>
          <a:prstGeom prst="parallelogram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in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7792"/>
            <a:ext cx="4206240" cy="385876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907792"/>
            <a:ext cx="42062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685032"/>
            <a:ext cx="1371600" cy="105156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Yu Gothic"/>
              </a:rPr>
              <a:t>これからも
挑戦を続けて
いきます！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6126480"/>
            <a:ext cx="1325880" cy="5669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Yu Gothic"/>
              </a:rPr>
              <a:t>P E O P L E
C H A L L E N G E
G R O W T H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4096512" y="3063240"/>
            <a:ext cx="3273552" cy="3566160"/>
          </a:xfrm>
          <a:prstGeom prst="parallelogram">
            <a:avLst/>
          </a:prstGeom>
          <a:solidFill>
            <a:srgbClr val="A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3154680"/>
            <a:ext cx="3072384" cy="3401568"/>
          </a:xfrm>
          <a:prstGeom prst="rect">
            <a:avLst/>
          </a:prstGeom>
          <a:solidFill>
            <a:srgbClr val="FFFFFF"/>
          </a:solidFill>
          <a:ln>
            <a:solidFill>
              <a:srgbClr val="C1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4087368" y="3154680"/>
            <a:ext cx="292608" cy="292608"/>
          </a:xfrm>
          <a:prstGeom prst="parallelogram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7086600" y="6336792"/>
            <a:ext cx="292608" cy="292608"/>
          </a:xfrm>
          <a:prstGeom prst="parallelogram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410712"/>
            <a:ext cx="2331720" cy="32918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2200" b="1">
                <a:solidFill>
                  <a:srgbClr val="032A4C"/>
                </a:solidFill>
                <a:latin typeface="Yu Gothic"/>
              </a:rPr>
              <a:t>♛   ○○○○賞   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3794760"/>
            <a:ext cx="2194560" cy="5852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950" b="0">
                <a:solidFill>
                  <a:srgbClr val="0A2740"/>
                </a:solidFill>
                <a:latin typeface="Yu Gothic"/>
              </a:rPr>
              <a:t>業務における優れた成果と、
チームへの貢献が高く評価され、
このたび「○○○○賞」を受賞されました。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8848" y="4425696"/>
            <a:ext cx="2523744" cy="10972"/>
          </a:xfrm>
          <a:prstGeom prst="rect">
            <a:avLst/>
          </a:prstGeom>
          <a:solidFill>
            <a:srgbClr val="C1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98848" y="4553712"/>
            <a:ext cx="310896" cy="310896"/>
          </a:xfrm>
          <a:prstGeom prst="rect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4562856"/>
            <a:ext cx="237744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4553712"/>
            <a:ext cx="64008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1">
                <a:solidFill>
                  <a:srgbClr val="0A2740"/>
                </a:solidFill>
                <a:latin typeface="Yu Gothic"/>
              </a:rPr>
              <a:t>受賞者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2704" y="4553712"/>
            <a:ext cx="1353312" cy="34747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0">
                <a:solidFill>
                  <a:srgbClr val="0A2740"/>
                </a:solidFill>
                <a:latin typeface="Yu Gothic"/>
              </a:rPr>
              <a:t>○○部　○○さん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4608" y="4901184"/>
            <a:ext cx="2148840" cy="8229"/>
          </a:xfrm>
          <a:prstGeom prst="rect">
            <a:avLst/>
          </a:prstGeom>
          <a:solidFill>
            <a:srgbClr val="C1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98848" y="4992624"/>
            <a:ext cx="310896" cy="310896"/>
          </a:xfrm>
          <a:prstGeom prst="rect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35424" y="5001768"/>
            <a:ext cx="237744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2" y="4992624"/>
            <a:ext cx="64008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1">
                <a:solidFill>
                  <a:srgbClr val="0A2740"/>
                </a:solidFill>
                <a:latin typeface="Yu Gothic"/>
              </a:rPr>
              <a:t>受賞日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2704" y="4992624"/>
            <a:ext cx="1353312" cy="34747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0">
                <a:solidFill>
                  <a:srgbClr val="0A2740"/>
                </a:solidFill>
                <a:latin typeface="Yu Gothic"/>
              </a:rPr>
              <a:t>2024年○月○日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5340096"/>
            <a:ext cx="2148840" cy="8229"/>
          </a:xfrm>
          <a:prstGeom prst="rect">
            <a:avLst/>
          </a:prstGeom>
          <a:solidFill>
            <a:srgbClr val="C1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8848" y="5431536"/>
            <a:ext cx="310896" cy="310896"/>
          </a:xfrm>
          <a:prstGeom prst="rect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5424" y="5440680"/>
            <a:ext cx="237744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9472" y="5431536"/>
            <a:ext cx="64008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1">
                <a:solidFill>
                  <a:srgbClr val="0A2740"/>
                </a:solidFill>
                <a:latin typeface="Yu Gothic"/>
              </a:rPr>
              <a:t>主催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2704" y="5431536"/>
            <a:ext cx="1353312" cy="34747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0">
                <a:solidFill>
                  <a:srgbClr val="0A2740"/>
                </a:solidFill>
                <a:latin typeface="Yu Gothic"/>
              </a:rPr>
              <a:t>○○○○協会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64608" y="5779008"/>
            <a:ext cx="2148840" cy="8229"/>
          </a:xfrm>
          <a:prstGeom prst="rect">
            <a:avLst/>
          </a:prstGeom>
          <a:solidFill>
            <a:srgbClr val="C1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98848" y="5870448"/>
            <a:ext cx="310896" cy="310896"/>
          </a:xfrm>
          <a:prstGeom prst="rect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35424" y="5879592"/>
            <a:ext cx="237744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19472" y="5870448"/>
            <a:ext cx="64008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1">
                <a:solidFill>
                  <a:srgbClr val="0A2740"/>
                </a:solidFill>
                <a:latin typeface="Yu Gothic"/>
              </a:rPr>
              <a:t>受賞理由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32704" y="5870448"/>
            <a:ext cx="1353312" cy="34747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0">
                <a:solidFill>
                  <a:srgbClr val="0A2740"/>
                </a:solidFill>
                <a:latin typeface="Yu Gothic"/>
              </a:rPr>
              <a:t>○○領域における取り組みが
高く評価されました。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64608" y="6217920"/>
            <a:ext cx="2148840" cy="8229"/>
          </a:xfrm>
          <a:prstGeom prst="rect">
            <a:avLst/>
          </a:prstGeom>
          <a:solidFill>
            <a:srgbClr val="C1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-228600" y="6693408"/>
            <a:ext cx="8046720" cy="457200"/>
          </a:xfrm>
          <a:prstGeom prst="parallelogram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-320040" y="6803136"/>
            <a:ext cx="3246120" cy="256032"/>
          </a:xfrm>
          <a:prstGeom prst="parallelogram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384048" y="6912864"/>
            <a:ext cx="6382512" cy="1234440"/>
          </a:xfrm>
          <a:prstGeom prst="parallelogram">
            <a:avLst/>
          </a:prstGeom>
          <a:solidFill>
            <a:srgbClr val="FFFFFF"/>
          </a:solidFill>
          <a:ln>
            <a:solidFill>
              <a:srgbClr val="C1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411480" y="6885432"/>
            <a:ext cx="2057400" cy="329184"/>
          </a:xfrm>
          <a:prstGeom prst="parallelogram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6940296"/>
            <a:ext cx="1490472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受賞者コメント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" y="7296912"/>
            <a:ext cx="5413248" cy="59436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930" b="0">
                <a:solidFill>
                  <a:srgbClr val="0A2740"/>
                </a:solidFill>
                <a:latin typeface="Yu Gothic"/>
              </a:rPr>
              <a:t>このような賞をいただけたのは、日頃から支えてくれる
チームの皆さんのおかげです。
今後も、より良い成果を目指して引き続き挑戦していきたいと思います。　―― ○○さん</a:t>
            </a:r>
          </a:p>
        </p:txBody>
      </p:sp>
      <p:sp>
        <p:nvSpPr>
          <p:cNvPr id="60" name="Parallelogram 59"/>
          <p:cNvSpPr/>
          <p:nvPr/>
        </p:nvSpPr>
        <p:spPr>
          <a:xfrm>
            <a:off x="-365760" y="8275320"/>
            <a:ext cx="8321040" cy="2651760"/>
          </a:xfrm>
          <a:prstGeom prst="parallelogram">
            <a:avLst/>
          </a:prstGeom>
          <a:solidFill>
            <a:srgbClr val="0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-320040" y="8229600"/>
            <a:ext cx="2788920" cy="320040"/>
          </a:xfrm>
          <a:prstGeom prst="parallelogram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5230368" y="9921240"/>
            <a:ext cx="2788920" cy="402336"/>
          </a:xfrm>
          <a:prstGeom prst="parallelogram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5669280" y="9710928"/>
            <a:ext cx="2331720" cy="201168"/>
          </a:xfrm>
          <a:prstGeom prst="parallelogram">
            <a:avLst/>
          </a:prstGeom>
          <a:solidFill>
            <a:srgbClr val="1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77840" y="8814816"/>
            <a:ext cx="91440" cy="182880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42431" y="8695944"/>
            <a:ext cx="91440" cy="301752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07024" y="8769096"/>
            <a:ext cx="91440" cy="228600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71616" y="8577072"/>
            <a:ext cx="91440" cy="420624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36207" y="8732520"/>
            <a:ext cx="91440" cy="265176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8631936"/>
            <a:ext cx="91440" cy="365760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65392" y="8796528"/>
            <a:ext cx="91440" cy="201168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29983" y="8522208"/>
            <a:ext cx="91440" cy="475488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94575" y="8714232"/>
            <a:ext cx="91440" cy="283464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59168" y="8613648"/>
            <a:ext cx="91440" cy="384048"/>
          </a:xfrm>
          <a:prstGeom prst="rect">
            <a:avLst/>
          </a:prstGeom>
          <a:solidFill>
            <a:srgbClr val="7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20256" y="7278624"/>
            <a:ext cx="658368" cy="7498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600" b="0">
                <a:solidFill>
                  <a:srgbClr val="8CB5CF"/>
                </a:solidFill>
                <a:latin typeface="Yu Gothic"/>
              </a:rPr>
              <a:t>TO A
BRIGHTER
FUTURE
TOGETHER</a:t>
            </a:r>
          </a:p>
        </p:txBody>
      </p:sp>
      <p:sp>
        <p:nvSpPr>
          <p:cNvPr id="75" name="Rectangle 74"/>
          <p:cNvSpPr/>
          <p:nvPr/>
        </p:nvSpPr>
        <p:spPr>
          <a:xfrm rot="21300000">
            <a:off x="109728" y="8439912"/>
            <a:ext cx="17830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1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thum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0000">
            <a:off x="173736" y="8494776"/>
            <a:ext cx="1655064" cy="932688"/>
          </a:xfrm>
          <a:prstGeom prst="rect">
            <a:avLst/>
          </a:prstGeom>
        </p:spPr>
      </p:pic>
      <p:sp>
        <p:nvSpPr>
          <p:cNvPr id="77" name="Parallelogram 76"/>
          <p:cNvSpPr/>
          <p:nvPr/>
        </p:nvSpPr>
        <p:spPr>
          <a:xfrm rot="21300000">
            <a:off x="182880" y="9390888"/>
            <a:ext cx="1600200" cy="24688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 rot="21300000">
            <a:off x="274320" y="9418320"/>
            <a:ext cx="1435607" cy="1554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750" b="1">
                <a:solidFill>
                  <a:srgbClr val="0A2740"/>
                </a:solidFill>
                <a:latin typeface="Yu Gothic"/>
              </a:rPr>
              <a:t>表彰式の様子</a:t>
            </a:r>
          </a:p>
        </p:txBody>
      </p:sp>
      <p:sp>
        <p:nvSpPr>
          <p:cNvPr id="79" name="Rectangle 78"/>
          <p:cNvSpPr/>
          <p:nvPr/>
        </p:nvSpPr>
        <p:spPr>
          <a:xfrm rot="120000">
            <a:off x="1810512" y="8366760"/>
            <a:ext cx="1847088" cy="1261872"/>
          </a:xfrm>
          <a:prstGeom prst="rect">
            <a:avLst/>
          </a:prstGeom>
          <a:solidFill>
            <a:srgbClr val="FFFFFF"/>
          </a:solidFill>
          <a:ln>
            <a:solidFill>
              <a:srgbClr val="C1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hum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874519" y="8421624"/>
            <a:ext cx="1719072" cy="960119"/>
          </a:xfrm>
          <a:prstGeom prst="rect">
            <a:avLst/>
          </a:prstGeom>
        </p:spPr>
      </p:pic>
      <p:sp>
        <p:nvSpPr>
          <p:cNvPr id="81" name="Parallelogram 80"/>
          <p:cNvSpPr/>
          <p:nvPr/>
        </p:nvSpPr>
        <p:spPr>
          <a:xfrm rot="120000">
            <a:off x="1883664" y="9345168"/>
            <a:ext cx="1664208" cy="24688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 rot="120000">
            <a:off x="1975104" y="9372600"/>
            <a:ext cx="1499616" cy="1554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750" b="1">
                <a:solidFill>
                  <a:srgbClr val="0A2740"/>
                </a:solidFill>
                <a:latin typeface="Yu Gothic"/>
              </a:rPr>
              <a:t>受賞者スピーチ</a:t>
            </a:r>
          </a:p>
        </p:txBody>
      </p:sp>
      <p:sp>
        <p:nvSpPr>
          <p:cNvPr id="83" name="Rectangle 82"/>
          <p:cNvSpPr/>
          <p:nvPr/>
        </p:nvSpPr>
        <p:spPr>
          <a:xfrm rot="180000">
            <a:off x="3593592" y="8394192"/>
            <a:ext cx="1792224" cy="1207008"/>
          </a:xfrm>
          <a:prstGeom prst="rect">
            <a:avLst/>
          </a:prstGeom>
          <a:solidFill>
            <a:srgbClr val="FFFFFF"/>
          </a:solidFill>
          <a:ln>
            <a:solidFill>
              <a:srgbClr val="C1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thum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3657600" y="8449056"/>
            <a:ext cx="1664207" cy="905256"/>
          </a:xfrm>
          <a:prstGeom prst="rect">
            <a:avLst/>
          </a:prstGeom>
        </p:spPr>
      </p:pic>
      <p:sp>
        <p:nvSpPr>
          <p:cNvPr id="85" name="Parallelogram 84"/>
          <p:cNvSpPr/>
          <p:nvPr/>
        </p:nvSpPr>
        <p:spPr>
          <a:xfrm rot="180000">
            <a:off x="3666744" y="9317736"/>
            <a:ext cx="1609344" cy="24688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 rot="180000">
            <a:off x="3758184" y="9345168"/>
            <a:ext cx="1444752" cy="1554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750" b="1">
                <a:solidFill>
                  <a:srgbClr val="0A2740"/>
                </a:solidFill>
                <a:latin typeface="Yu Gothic"/>
              </a:rPr>
              <a:t>素敵な仲間たち！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12080" y="9290304"/>
            <a:ext cx="1938528" cy="6583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Yu Gothic"/>
              </a:rPr>
              <a:t>今後のさらなる
ご活躍を期待しています！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40680" y="9948672"/>
            <a:ext cx="1325880" cy="22860"/>
          </a:xfrm>
          <a:prstGeom prst="rect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82880" y="10149840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92608" y="10149840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02336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12064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21792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31520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41247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50976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60704" y="1014984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82880" y="10241280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92608" y="10241280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02336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12064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21792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31520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1247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50976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60704" y="1024128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82880" y="10332719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92608" y="10332719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02336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12064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21792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31520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41247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50976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60704" y="10332719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82880" y="10424160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92608" y="10424160"/>
            <a:ext cx="22860" cy="22860"/>
          </a:xfrm>
          <a:prstGeom prst="ellipse">
            <a:avLst/>
          </a:prstGeom>
          <a:solidFill>
            <a:srgbClr val="CD9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02336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12064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21792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31520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41247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50976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60704" y="10424160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