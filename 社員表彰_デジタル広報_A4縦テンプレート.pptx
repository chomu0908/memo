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984" cy="106919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559984" cy="502920"/>
          </a:xfrm>
          <a:custGeom>
            <a:avLst/>
            <a:gdLst/>
            <a:ahLst/>
            <a:cxnLst/>
            <a:rect l="l" t="t" r="r" b="b"/>
            <a:pathLst>
              <a:path w="7559984" h="502920">
                <a:moveTo>
                  <a:pt x="0" y="0"/>
                </a:moveTo>
                <a:lnTo>
                  <a:pt x="7559984" y="0"/>
                </a:lnTo>
                <a:close/>
                <a:lnTo>
                  <a:pt x="6858000" y="502920"/>
                </a:lnTo>
                <a:close/>
                <a:lnTo>
                  <a:pt x="0" y="502920"/>
                </a:lnTo>
                <a:close/>
              </a:path>
            </a:pathLst>
          </a:cu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02920"/>
            <a:ext cx="2468880" cy="246888"/>
          </a:xfrm>
          <a:custGeom>
            <a:avLst/>
            <a:gdLst/>
            <a:ahLst/>
            <a:cxnLst/>
            <a:rect l="l" t="t" r="r" b="b"/>
            <a:pathLst>
              <a:path w="2468880" h="246888">
                <a:moveTo>
                  <a:pt x="0" y="0"/>
                </a:moveTo>
                <a:lnTo>
                  <a:pt x="2468880" y="0"/>
                </a:lnTo>
                <a:close/>
                <a:lnTo>
                  <a:pt x="2057400" y="246888"/>
                </a:lnTo>
                <a:close/>
                <a:lnTo>
                  <a:pt x="0" y="246888"/>
                </a:lnTo>
                <a:close/>
              </a:path>
            </a:pathLst>
          </a:custGeom>
          <a:solidFill>
            <a:srgbClr val="0F5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749808"/>
            <a:ext cx="1417320" cy="192024"/>
          </a:xfrm>
          <a:custGeom>
            <a:avLst/>
            <a:gdLst/>
            <a:ahLst/>
            <a:cxnLst/>
            <a:rect l="l" t="t" r="r" b="b"/>
            <a:pathLst>
              <a:path w="1417320" h="192024">
                <a:moveTo>
                  <a:pt x="0" y="0"/>
                </a:moveTo>
                <a:lnTo>
                  <a:pt x="1417320" y="0"/>
                </a:lnTo>
                <a:close/>
                <a:lnTo>
                  <a:pt x="1097280" y="192024"/>
                </a:lnTo>
                <a:close/>
                <a:lnTo>
                  <a:pt x="0" y="192024"/>
                </a:lnTo>
                <a:close/>
              </a:path>
            </a:pathLst>
          </a:custGeom>
          <a:solidFill>
            <a:srgbClr val="CD9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4630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Yu Gothic"/>
              </a:rPr>
              <a:t>C O M P A N Y   N E W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64592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0A2541"/>
                </a:solidFill>
                <a:latin typeface="Yu Gothic"/>
              </a:rPr>
              <a:t>20XX年○月○日
○○株式会社</a:t>
            </a:r>
          </a:p>
        </p:txBody>
      </p:sp>
      <p:sp>
        <p:nvSpPr>
          <p:cNvPr id="8" name="Freeform 7"/>
          <p:cNvSpPr/>
          <p:nvPr/>
        </p:nvSpPr>
        <p:spPr>
          <a:xfrm>
            <a:off x="438912" y="804672"/>
            <a:ext cx="3355848" cy="365760"/>
          </a:xfrm>
          <a:custGeom>
            <a:avLst/>
            <a:gdLst/>
            <a:ahLst/>
            <a:cxnLst/>
            <a:rect l="l" t="t" r="r" b="b"/>
            <a:pathLst>
              <a:path w="3355848" h="365760">
                <a:moveTo>
                  <a:pt x="155448" y="0"/>
                </a:moveTo>
                <a:lnTo>
                  <a:pt x="3355848" y="0"/>
                </a:lnTo>
                <a:close/>
                <a:lnTo>
                  <a:pt x="3081528" y="365760"/>
                </a:lnTo>
                <a:close/>
                <a:lnTo>
                  <a:pt x="0" y="365760"/>
                </a:lnTo>
                <a:close/>
              </a:path>
            </a:pathLst>
          </a:custGeom>
          <a:solidFill>
            <a:srgbClr val="CD9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877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私たちの仲間が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25296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72D52"/>
                </a:solidFill>
                <a:latin typeface="Yu Gothic"/>
              </a:rPr>
              <a:t>表彰されました！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06070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0F5E99"/>
                </a:solidFill>
                <a:latin typeface="Yu Gothic"/>
              </a:rPr>
              <a:t>C O N G R A T U L A T I O N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6"/>
            <a:ext cx="6080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A2541"/>
                </a:solidFill>
                <a:latin typeface="Yu Gothic"/>
              </a:rPr>
              <a:t>日々の努力と挑戦が高く評価され、
当社の ○○さんが「○○○○賞」を受賞しました！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78608"/>
            <a:ext cx="4069080" cy="3703320"/>
          </a:xfrm>
          <a:prstGeom prst="rect">
            <a:avLst/>
          </a:prstGeom>
          <a:solidFill>
            <a:srgbClr val="E0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F6C78"/>
                </a:solidFill>
                <a:latin typeface="Yu Gothic"/>
              </a:rPr>
              <a:t>受賞者写真
（クリックして写真に差し替え）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24612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これからも
挑戦を続けて
いきます！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2788920"/>
            <a:ext cx="3154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309067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72D52"/>
                </a:solidFill>
                <a:latin typeface="Yu Gothic"/>
              </a:rPr>
              <a:t>○○○○賞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61188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2541"/>
                </a:solidFill>
                <a:latin typeface="Yu Gothic"/>
              </a:rPr>
              <a:t>業務における優れた成果と、
チームへの貢献が高く評価され、
このたび受賞しました。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370832"/>
            <a:ext cx="658368" cy="384048"/>
          </a:xfrm>
          <a:prstGeom prst="rect">
            <a:avLst/>
          </a:pr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4462272"/>
            <a:ext cx="5852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442569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A2541"/>
                </a:solidFill>
                <a:latin typeface="Yu Gothic"/>
              </a:rPr>
              <a:t>○○部　○○さん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809744"/>
            <a:ext cx="658368" cy="384048"/>
          </a:xfrm>
          <a:prstGeom prst="rect">
            <a:avLst/>
          </a:pr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4901183"/>
            <a:ext cx="5852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864607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A2541"/>
                </a:solidFill>
                <a:latin typeface="Yu Gothic"/>
              </a:rPr>
              <a:t>20XX年○月○日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248656"/>
            <a:ext cx="658368" cy="384048"/>
          </a:xfrm>
          <a:prstGeom prst="rect">
            <a:avLst/>
          </a:pr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5340096"/>
            <a:ext cx="5852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主催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A2541"/>
                </a:solidFill>
                <a:latin typeface="Yu Gothic"/>
              </a:rPr>
              <a:t>○○○○協会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687568"/>
            <a:ext cx="658368" cy="384048"/>
          </a:xfrm>
          <a:prstGeom prst="rect">
            <a:avLst/>
          </a:pr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9976" y="577900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受賞理由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574243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A2541"/>
                </a:solidFill>
                <a:latin typeface="Yu Gothic"/>
              </a:rPr>
              <a:t>○○領域における取り組みが
高く評価されました。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" y="6428232"/>
            <a:ext cx="6720840" cy="130759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47472" y="6428232"/>
            <a:ext cx="1938528" cy="301752"/>
          </a:xfrm>
          <a:custGeom>
            <a:avLst/>
            <a:gdLst/>
            <a:ahLst/>
            <a:cxnLst/>
            <a:rect l="l" t="t" r="r" b="b"/>
            <a:pathLst>
              <a:path w="1938528" h="301752">
                <a:moveTo>
                  <a:pt x="0" y="0"/>
                </a:moveTo>
                <a:lnTo>
                  <a:pt x="1938528" y="0"/>
                </a:lnTo>
                <a:close/>
                <a:lnTo>
                  <a:pt x="1755648" y="301752"/>
                </a:lnTo>
                <a:close/>
                <a:lnTo>
                  <a:pt x="0" y="301752"/>
                </a:lnTo>
                <a:close/>
              </a:path>
            </a:pathLst>
          </a:cu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9224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受賞者コメント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903720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2541"/>
                </a:solidFill>
                <a:latin typeface="Yu Gothic"/>
              </a:rPr>
              <a:t>このような賞をいただけたのは、日頃から支えてくれるチームの皆さんのおかげです。
今後も、より良い成果を目指して引き続き挑戦していきたいと思います。　　―― ○○さん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7973568"/>
            <a:ext cx="1572768" cy="1078992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8293608"/>
            <a:ext cx="1353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F6C78"/>
                </a:solidFill>
                <a:latin typeface="Yu Gothic"/>
              </a:rPr>
              <a:t>写真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" y="8887968"/>
            <a:ext cx="14813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89336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A2541"/>
                </a:solidFill>
                <a:latin typeface="Yu Gothic"/>
              </a:rPr>
              <a:t>表彰式の様子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39112" y="7973568"/>
            <a:ext cx="1572768" cy="1078992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8293608"/>
            <a:ext cx="1353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F6C78"/>
                </a:solidFill>
                <a:latin typeface="Yu Gothic"/>
              </a:rPr>
              <a:t>写真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84831" y="8887968"/>
            <a:ext cx="14813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40" y="89336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A2541"/>
                </a:solidFill>
                <a:latin typeface="Yu Gothic"/>
              </a:rPr>
              <a:t>受賞者スピーチ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22191" y="7973568"/>
            <a:ext cx="1572768" cy="1078992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8293608"/>
            <a:ext cx="1353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F6C78"/>
                </a:solidFill>
                <a:latin typeface="Yu Gothic"/>
              </a:rPr>
              <a:t>写真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67911" y="8887968"/>
            <a:ext cx="148132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89336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A2541"/>
                </a:solidFill>
                <a:latin typeface="Yu Gothic"/>
              </a:rPr>
              <a:t>素敵な仲間たち！</a:t>
            </a:r>
          </a:p>
        </p:txBody>
      </p:sp>
      <p:sp>
        <p:nvSpPr>
          <p:cNvPr id="47" name="Freeform 46"/>
          <p:cNvSpPr/>
          <p:nvPr/>
        </p:nvSpPr>
        <p:spPr>
          <a:xfrm>
            <a:off x="0" y="8686800"/>
            <a:ext cx="7559984" cy="2005187"/>
          </a:xfrm>
          <a:custGeom>
            <a:avLst/>
            <a:gdLst/>
            <a:ahLst/>
            <a:cxnLst/>
            <a:rect l="l" t="t" r="r" b="b"/>
            <a:pathLst>
              <a:path w="7559984" h="2005187">
                <a:moveTo>
                  <a:pt x="0" y="530352"/>
                </a:moveTo>
                <a:lnTo>
                  <a:pt x="7559984" y="0"/>
                </a:lnTo>
                <a:close/>
                <a:lnTo>
                  <a:pt x="7559984" y="2005187"/>
                </a:lnTo>
                <a:close/>
                <a:lnTo>
                  <a:pt x="0" y="2005187"/>
                </a:lnTo>
                <a:close/>
              </a:path>
            </a:pathLst>
          </a:custGeom>
          <a:solidFill>
            <a:srgbClr val="07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0" y="9025128"/>
            <a:ext cx="2743200" cy="438912"/>
          </a:xfrm>
          <a:custGeom>
            <a:avLst/>
            <a:gdLst/>
            <a:ahLst/>
            <a:cxnLst/>
            <a:rect l="l" t="t" r="r" b="b"/>
            <a:pathLst>
              <a:path w="2743200" h="438912">
                <a:moveTo>
                  <a:pt x="0" y="192024"/>
                </a:moveTo>
                <a:lnTo>
                  <a:pt x="2743200" y="0"/>
                </a:lnTo>
                <a:close/>
                <a:lnTo>
                  <a:pt x="2514600" y="192024"/>
                </a:lnTo>
                <a:close/>
                <a:lnTo>
                  <a:pt x="0" y="438912"/>
                </a:lnTo>
                <a:close/>
              </a:path>
            </a:pathLst>
          </a:custGeom>
          <a:solidFill>
            <a:srgbClr val="0F5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349240" y="9710928"/>
            <a:ext cx="2210744" cy="804672"/>
          </a:xfrm>
          <a:custGeom>
            <a:avLst/>
            <a:gdLst/>
            <a:ahLst/>
            <a:cxnLst/>
            <a:rect l="l" t="t" r="r" b="b"/>
            <a:pathLst>
              <a:path w="2210744" h="804672">
                <a:moveTo>
                  <a:pt x="0" y="484632"/>
                </a:moveTo>
                <a:lnTo>
                  <a:pt x="2210744" y="0"/>
                </a:lnTo>
                <a:close/>
                <a:lnTo>
                  <a:pt x="2210744" y="393192"/>
                </a:lnTo>
                <a:close/>
                <a:lnTo>
                  <a:pt x="411480" y="804672"/>
                </a:lnTo>
                <a:close/>
              </a:path>
            </a:pathLst>
          </a:custGeom>
          <a:solidFill>
            <a:srgbClr val="CD9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9491472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今後のさらなる
ご活躍を期待しています！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1031443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Yu Gothic"/>
              </a:rPr>
              <a:t>PEOPLE  /  CHALLENGE  /  GROWTH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958291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BED2E2"/>
                </a:solidFill>
                <a:latin typeface="Yu Gothic"/>
              </a:rPr>
              <a:t>※写真枠・氏名・賞名・日付・本文はすべて編集用です。
　写真は枠を選択 →［図形の塗りつぶし］→［図］で差し替え可能。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