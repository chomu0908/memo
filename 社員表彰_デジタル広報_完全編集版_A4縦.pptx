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9984" cy="1069198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社員表彰広報_A4縦_完全編集版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984" cy="106919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37160" y="-45720"/>
            <a:ext cx="8001000" cy="566928"/>
          </a:xfrm>
          <a:prstGeom prst="parallelogram">
            <a:avLst/>
          </a:prstGeom>
          <a:solidFill>
            <a:srgbClr val="04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-320040" y="448056"/>
            <a:ext cx="3337560" cy="274320"/>
          </a:xfrm>
          <a:prstGeom prst="parallelogram">
            <a:avLst/>
          </a:prstGeom>
          <a:solidFill>
            <a:srgbClr val="1266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-320040" y="694944"/>
            <a:ext cx="1965960" cy="201168"/>
          </a:xfrm>
          <a:prstGeom prst="parallelogram">
            <a:avLst/>
          </a:prstGeom>
          <a:solidFill>
            <a:srgbClr val="D3A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1000000">
            <a:off x="5715000" y="603504"/>
            <a:ext cx="1417320" cy="16459"/>
          </a:xfrm>
          <a:prstGeom prst="rect">
            <a:avLst/>
          </a:prstGeom>
          <a:solidFill>
            <a:srgbClr val="DD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000000">
            <a:off x="6025896" y="635508"/>
            <a:ext cx="1417320" cy="16459"/>
          </a:xfrm>
          <a:prstGeom prst="rect">
            <a:avLst/>
          </a:prstGeom>
          <a:solidFill>
            <a:srgbClr val="DD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1000000">
            <a:off x="6336792" y="667512"/>
            <a:ext cx="1417320" cy="16459"/>
          </a:xfrm>
          <a:prstGeom prst="rect">
            <a:avLst/>
          </a:prstGeom>
          <a:solidFill>
            <a:srgbClr val="DD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1000000">
            <a:off x="6647688" y="699516"/>
            <a:ext cx="1417320" cy="16459"/>
          </a:xfrm>
          <a:prstGeom prst="rect">
            <a:avLst/>
          </a:prstGeom>
          <a:solidFill>
            <a:srgbClr val="DD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" y="91440"/>
            <a:ext cx="242316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Yu Gothic"/>
              </a:rPr>
              <a:t>C O M P A N Y   N E W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73152"/>
            <a:ext cx="1481328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Yu Gothic"/>
              </a:rPr>
              <a:t>20XX年○月○日
○○株式会社</a:t>
            </a:r>
          </a:p>
        </p:txBody>
      </p:sp>
      <p:sp>
        <p:nvSpPr>
          <p:cNvPr id="12" name="Parallelogram 11"/>
          <p:cNvSpPr/>
          <p:nvPr/>
        </p:nvSpPr>
        <p:spPr>
          <a:xfrm>
            <a:off x="530352" y="813816"/>
            <a:ext cx="3310128" cy="365760"/>
          </a:xfrm>
          <a:prstGeom prst="parallelogram">
            <a:avLst/>
          </a:prstGeom>
          <a:solidFill>
            <a:srgbClr val="D3A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859536"/>
            <a:ext cx="2697480" cy="2286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Yu Gothic"/>
              </a:rPr>
              <a:t>私たちの仲間が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188720"/>
            <a:ext cx="6537960" cy="66751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3900" b="1">
                <a:solidFill>
                  <a:srgbClr val="042A4D"/>
                </a:solidFill>
                <a:latin typeface="Yu Gothic"/>
              </a:rPr>
              <a:t>表彰されました！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987552"/>
            <a:ext cx="2304288" cy="2286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00" b="0">
                <a:solidFill>
                  <a:srgbClr val="1266A9"/>
                </a:solidFill>
                <a:latin typeface="Yu Gothic"/>
              </a:rPr>
              <a:t>C O N G R A T U L A T I O N 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" y="1810512"/>
            <a:ext cx="4041648" cy="41148"/>
          </a:xfrm>
          <a:prstGeom prst="rect">
            <a:avLst/>
          </a:prstGeom>
          <a:solidFill>
            <a:srgbClr val="D3A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28032" y="1810512"/>
            <a:ext cx="155448" cy="25603"/>
          </a:xfrm>
          <a:prstGeom prst="rect">
            <a:avLst/>
          </a:prstGeom>
          <a:solidFill>
            <a:srgbClr val="DD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74920" y="1810512"/>
            <a:ext cx="155448" cy="25603"/>
          </a:xfrm>
          <a:prstGeom prst="rect">
            <a:avLst/>
          </a:prstGeom>
          <a:solidFill>
            <a:srgbClr val="DD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21808" y="1810512"/>
            <a:ext cx="155448" cy="25603"/>
          </a:xfrm>
          <a:prstGeom prst="rect">
            <a:avLst/>
          </a:prstGeom>
          <a:solidFill>
            <a:srgbClr val="DD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68696" y="1810512"/>
            <a:ext cx="155448" cy="25603"/>
          </a:xfrm>
          <a:prstGeom prst="rect">
            <a:avLst/>
          </a:prstGeom>
          <a:solidFill>
            <a:srgbClr val="DD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15584" y="1810512"/>
            <a:ext cx="155448" cy="25603"/>
          </a:xfrm>
          <a:prstGeom prst="rect">
            <a:avLst/>
          </a:prstGeom>
          <a:solidFill>
            <a:srgbClr val="DD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62472" y="1810512"/>
            <a:ext cx="155448" cy="25603"/>
          </a:xfrm>
          <a:prstGeom prst="rect">
            <a:avLst/>
          </a:prstGeom>
          <a:solidFill>
            <a:srgbClr val="DD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810512"/>
            <a:ext cx="155448" cy="25603"/>
          </a:xfrm>
          <a:prstGeom prst="rect">
            <a:avLst/>
          </a:prstGeom>
          <a:solidFill>
            <a:srgbClr val="DD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56248" y="1810512"/>
            <a:ext cx="155448" cy="25603"/>
          </a:xfrm>
          <a:prstGeom prst="rect">
            <a:avLst/>
          </a:prstGeom>
          <a:solidFill>
            <a:srgbClr val="DD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1947672"/>
            <a:ext cx="6217920" cy="49377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400" b="1">
                <a:solidFill>
                  <a:srgbClr val="0E2A42"/>
                </a:solidFill>
                <a:latin typeface="Yu Gothic"/>
              </a:rPr>
              <a:t>日々の努力と挑戦が高く評価され、
当社の ○○さんが「○○○○賞」を受賞しました！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9456" y="2542032"/>
            <a:ext cx="4069080" cy="3703320"/>
          </a:xfrm>
          <a:prstGeom prst="rect">
            <a:avLst/>
          </a:prstGeom>
          <a:solidFill>
            <a:srgbClr val="DD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83464" y="2606040"/>
            <a:ext cx="3941063" cy="3575304"/>
          </a:xfrm>
          <a:prstGeom prst="rect">
            <a:avLst/>
          </a:prstGeom>
          <a:solidFill>
            <a:srgbClr val="E1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写真差し替え_受賞者"/>
          <p:cNvSpPr/>
          <p:nvPr/>
        </p:nvSpPr>
        <p:spPr>
          <a:xfrm>
            <a:off x="347472" y="2670048"/>
            <a:ext cx="3813048" cy="3447288"/>
          </a:xfrm>
          <a:prstGeom prst="rect">
            <a:avLst/>
          </a:prstGeom>
          <a:solidFill>
            <a:srgbClr val="D5E0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886200"/>
            <a:ext cx="3035808" cy="6858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800" b="1">
                <a:solidFill>
                  <a:srgbClr val="51687B"/>
                </a:solidFill>
                <a:latin typeface="Yu Gothic"/>
              </a:rPr>
              <a:t>受賞者写真
ここを写真に差し替え</a:t>
            </a:r>
          </a:p>
        </p:txBody>
      </p:sp>
      <p:sp>
        <p:nvSpPr>
          <p:cNvPr id="30" name="Parallelogram 29"/>
          <p:cNvSpPr/>
          <p:nvPr/>
        </p:nvSpPr>
        <p:spPr>
          <a:xfrm>
            <a:off x="219456" y="3127248"/>
            <a:ext cx="1536192" cy="1078992"/>
          </a:xfrm>
          <a:prstGeom prst="parallelogram">
            <a:avLst/>
          </a:prstGeom>
          <a:solidFill>
            <a:srgbClr val="1266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291840"/>
            <a:ext cx="1143000" cy="70408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これからも
挑戦を続けて
いきます！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8" y="6199632"/>
            <a:ext cx="3886200" cy="10972"/>
          </a:xfrm>
          <a:prstGeom prst="rect">
            <a:avLst/>
          </a:prstGeom>
          <a:solidFill>
            <a:srgbClr val="DD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46888" y="6249924"/>
            <a:ext cx="3886200" cy="10972"/>
          </a:xfrm>
          <a:prstGeom prst="rect">
            <a:avLst/>
          </a:prstGeom>
          <a:solidFill>
            <a:srgbClr val="DD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46888" y="6300216"/>
            <a:ext cx="3886200" cy="10972"/>
          </a:xfrm>
          <a:prstGeom prst="rect">
            <a:avLst/>
          </a:prstGeom>
          <a:solidFill>
            <a:srgbClr val="DD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6888" y="6350508"/>
            <a:ext cx="3886200" cy="10972"/>
          </a:xfrm>
          <a:prstGeom prst="rect">
            <a:avLst/>
          </a:prstGeom>
          <a:solidFill>
            <a:srgbClr val="DD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6888" y="6400800"/>
            <a:ext cx="3886200" cy="10972"/>
          </a:xfrm>
          <a:prstGeom prst="rect">
            <a:avLst/>
          </a:prstGeom>
          <a:solidFill>
            <a:srgbClr val="DD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6888" y="6451092"/>
            <a:ext cx="3886200" cy="10972"/>
          </a:xfrm>
          <a:prstGeom prst="rect">
            <a:avLst/>
          </a:prstGeom>
          <a:solidFill>
            <a:srgbClr val="DD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6888" y="6501384"/>
            <a:ext cx="3886200" cy="10972"/>
          </a:xfrm>
          <a:prstGeom prst="rect">
            <a:avLst/>
          </a:prstGeom>
          <a:solidFill>
            <a:srgbClr val="DD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受賞情報カード"/>
          <p:cNvSpPr/>
          <p:nvPr/>
        </p:nvSpPr>
        <p:spPr>
          <a:xfrm>
            <a:off x="4160520" y="2679192"/>
            <a:ext cx="3127248" cy="3438144"/>
          </a:xfrm>
          <a:prstGeom prst="roundRect">
            <a:avLst/>
          </a:prstGeom>
          <a:solidFill>
            <a:srgbClr val="FFFFFF"/>
          </a:solidFill>
          <a:ln>
            <a:solidFill>
              <a:srgbClr val="C1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60520" y="2679192"/>
            <a:ext cx="3127248" cy="109728"/>
          </a:xfrm>
          <a:prstGeom prst="rect">
            <a:avLst/>
          </a:prstGeom>
          <a:solidFill>
            <a:srgbClr val="04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60520" y="2679192"/>
            <a:ext cx="868680" cy="109728"/>
          </a:xfrm>
          <a:prstGeom prst="rect">
            <a:avLst/>
          </a:prstGeom>
          <a:solidFill>
            <a:srgbClr val="D3A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16552" y="2907792"/>
            <a:ext cx="2606040" cy="3931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2400" b="1">
                <a:solidFill>
                  <a:srgbClr val="042A4D"/>
                </a:solidFill>
                <a:latin typeface="Yu Gothic"/>
              </a:rPr>
              <a:t>○○○○賞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07408" y="3337560"/>
            <a:ext cx="2633472" cy="6126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950" b="0">
                <a:solidFill>
                  <a:srgbClr val="0E2A42"/>
                </a:solidFill>
                <a:latin typeface="Yu Gothic"/>
              </a:rPr>
              <a:t>業務における優れた成果と、
チームへの貢献が高く評価され、
このたび受賞しました。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4087368"/>
            <a:ext cx="713232" cy="365760"/>
          </a:xfrm>
          <a:prstGeom prst="rect">
            <a:avLst/>
          </a:prstGeom>
          <a:solidFill>
            <a:srgbClr val="04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25696" y="4105655"/>
            <a:ext cx="640080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Yu Gothic"/>
              </a:rPr>
              <a:t>受賞者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93792" y="4078224"/>
            <a:ext cx="178308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69" b="0">
                <a:solidFill>
                  <a:srgbClr val="0E2A42"/>
                </a:solidFill>
                <a:latin typeface="Yu Gothic"/>
              </a:rPr>
              <a:t>○○部　○○さん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38928" y="4471416"/>
            <a:ext cx="1856231" cy="10972"/>
          </a:xfrm>
          <a:prstGeom prst="rect">
            <a:avLst/>
          </a:prstGeom>
          <a:solidFill>
            <a:srgbClr val="C1D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89120" y="4526279"/>
            <a:ext cx="713232" cy="365760"/>
          </a:xfrm>
          <a:prstGeom prst="rect">
            <a:avLst/>
          </a:prstGeom>
          <a:solidFill>
            <a:srgbClr val="04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25696" y="4544567"/>
            <a:ext cx="640080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Yu Gothic"/>
              </a:rPr>
              <a:t>受賞日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93792" y="4517136"/>
            <a:ext cx="178308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69" b="0">
                <a:solidFill>
                  <a:srgbClr val="0E2A42"/>
                </a:solidFill>
                <a:latin typeface="Yu Gothic"/>
              </a:rPr>
              <a:t>20XX年○月○日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38928" y="4910327"/>
            <a:ext cx="1856231" cy="10972"/>
          </a:xfrm>
          <a:prstGeom prst="rect">
            <a:avLst/>
          </a:prstGeom>
          <a:solidFill>
            <a:srgbClr val="C1D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89120" y="4965192"/>
            <a:ext cx="713232" cy="365760"/>
          </a:xfrm>
          <a:prstGeom prst="rect">
            <a:avLst/>
          </a:prstGeom>
          <a:solidFill>
            <a:srgbClr val="04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25696" y="4983479"/>
            <a:ext cx="640080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Yu Gothic"/>
              </a:rPr>
              <a:t>主催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93792" y="4956048"/>
            <a:ext cx="178308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69" b="0">
                <a:solidFill>
                  <a:srgbClr val="0E2A42"/>
                </a:solidFill>
                <a:latin typeface="Yu Gothic"/>
              </a:rPr>
              <a:t>○○○○協会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38928" y="5349240"/>
            <a:ext cx="1856231" cy="10972"/>
          </a:xfrm>
          <a:prstGeom prst="rect">
            <a:avLst/>
          </a:prstGeom>
          <a:solidFill>
            <a:srgbClr val="C1D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389120" y="5404104"/>
            <a:ext cx="713232" cy="365760"/>
          </a:xfrm>
          <a:prstGeom prst="rect">
            <a:avLst/>
          </a:prstGeom>
          <a:solidFill>
            <a:srgbClr val="1266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25696" y="5422392"/>
            <a:ext cx="640080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Yu Gothic"/>
              </a:rPr>
              <a:t>受賞理由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93792" y="5394960"/>
            <a:ext cx="1783080" cy="3840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69" b="0">
                <a:solidFill>
                  <a:srgbClr val="0E2A42"/>
                </a:solidFill>
                <a:latin typeface="Yu Gothic"/>
              </a:rPr>
              <a:t>○○領域における取り組みが
高く評価されました。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29184" y="6419088"/>
            <a:ext cx="68580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C1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Parallelogram 59"/>
          <p:cNvSpPr/>
          <p:nvPr/>
        </p:nvSpPr>
        <p:spPr>
          <a:xfrm>
            <a:off x="329184" y="6419088"/>
            <a:ext cx="2039112" cy="338328"/>
          </a:xfrm>
          <a:prstGeom prst="parallelogram">
            <a:avLst/>
          </a:prstGeom>
          <a:solidFill>
            <a:srgbClr val="04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29184" y="6419088"/>
            <a:ext cx="146304" cy="338328"/>
          </a:xfrm>
          <a:prstGeom prst="rect">
            <a:avLst/>
          </a:prstGeom>
          <a:solidFill>
            <a:srgbClr val="D3A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2648" y="6464808"/>
            <a:ext cx="1554480" cy="2286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</a:rPr>
              <a:t>受賞者コメント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792" y="6848856"/>
            <a:ext cx="6144768" cy="6126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969" b="0">
                <a:solidFill>
                  <a:srgbClr val="0E2A42"/>
                </a:solidFill>
                <a:latin typeface="Yu Gothic"/>
              </a:rPr>
              <a:t>このような賞をいただけたのは、日頃から支えてくれるチームの皆さんのおかげです。
今後も、より良い成果を目指して引き続き挑戦していきたいと思います。　　―― ○○さん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3464" y="7946136"/>
            <a:ext cx="1591056" cy="1115568"/>
          </a:xfrm>
          <a:prstGeom prst="rect">
            <a:avLst/>
          </a:prstGeom>
          <a:solidFill>
            <a:srgbClr val="DD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写真差し替え_1"/>
          <p:cNvSpPr/>
          <p:nvPr/>
        </p:nvSpPr>
        <p:spPr>
          <a:xfrm>
            <a:off x="338328" y="8001000"/>
            <a:ext cx="1481328" cy="804672"/>
          </a:xfrm>
          <a:prstGeom prst="rect">
            <a:avLst/>
          </a:prstGeom>
          <a:solidFill>
            <a:srgbClr val="D5E0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3503" y="8247888"/>
            <a:ext cx="941832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1">
                <a:solidFill>
                  <a:srgbClr val="51687B"/>
                </a:solidFill>
                <a:latin typeface="Yu Gothic"/>
              </a:rPr>
              <a:t>写真</a:t>
            </a:r>
          </a:p>
        </p:txBody>
      </p:sp>
      <p:sp>
        <p:nvSpPr>
          <p:cNvPr id="67" name="Parallelogram 66"/>
          <p:cNvSpPr/>
          <p:nvPr/>
        </p:nvSpPr>
        <p:spPr>
          <a:xfrm>
            <a:off x="402336" y="8723376"/>
            <a:ext cx="1362456" cy="292608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8759952"/>
            <a:ext cx="1225296" cy="1828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850" b="1">
                <a:solidFill>
                  <a:srgbClr val="0E2A42"/>
                </a:solidFill>
                <a:latin typeface="Yu Gothic"/>
              </a:rPr>
              <a:t>表彰式の様子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84831" y="7946136"/>
            <a:ext cx="1591056" cy="1115568"/>
          </a:xfrm>
          <a:prstGeom prst="rect">
            <a:avLst/>
          </a:prstGeom>
          <a:solidFill>
            <a:srgbClr val="DD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写真差し替え_2"/>
          <p:cNvSpPr/>
          <p:nvPr/>
        </p:nvSpPr>
        <p:spPr>
          <a:xfrm>
            <a:off x="2139696" y="8001000"/>
            <a:ext cx="1481328" cy="804672"/>
          </a:xfrm>
          <a:prstGeom prst="rect">
            <a:avLst/>
          </a:prstGeom>
          <a:solidFill>
            <a:srgbClr val="D5E0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404872" y="8247888"/>
            <a:ext cx="941832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1">
                <a:solidFill>
                  <a:srgbClr val="51687B"/>
                </a:solidFill>
                <a:latin typeface="Yu Gothic"/>
              </a:rPr>
              <a:t>写真</a:t>
            </a:r>
          </a:p>
        </p:txBody>
      </p:sp>
      <p:sp>
        <p:nvSpPr>
          <p:cNvPr id="72" name="Parallelogram 71"/>
          <p:cNvSpPr/>
          <p:nvPr/>
        </p:nvSpPr>
        <p:spPr>
          <a:xfrm>
            <a:off x="2203703" y="8723376"/>
            <a:ext cx="1362456" cy="292608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258568" y="8759952"/>
            <a:ext cx="1225296" cy="1828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850" b="1">
                <a:solidFill>
                  <a:srgbClr val="0E2A42"/>
                </a:solidFill>
                <a:latin typeface="Yu Gothic"/>
              </a:rPr>
              <a:t>受賞者スピーチ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86200" y="7946136"/>
            <a:ext cx="1591056" cy="1115568"/>
          </a:xfrm>
          <a:prstGeom prst="rect">
            <a:avLst/>
          </a:prstGeom>
          <a:solidFill>
            <a:srgbClr val="DD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写真差し替え_3"/>
          <p:cNvSpPr/>
          <p:nvPr/>
        </p:nvSpPr>
        <p:spPr>
          <a:xfrm>
            <a:off x="3941063" y="8001000"/>
            <a:ext cx="1481328" cy="804672"/>
          </a:xfrm>
          <a:prstGeom prst="rect">
            <a:avLst/>
          </a:prstGeom>
          <a:solidFill>
            <a:srgbClr val="D5E0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06240" y="8247888"/>
            <a:ext cx="941832" cy="237744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300" b="1">
                <a:solidFill>
                  <a:srgbClr val="51687B"/>
                </a:solidFill>
                <a:latin typeface="Yu Gothic"/>
              </a:rPr>
              <a:t>写真</a:t>
            </a:r>
          </a:p>
        </p:txBody>
      </p:sp>
      <p:sp>
        <p:nvSpPr>
          <p:cNvPr id="77" name="Parallelogram 76"/>
          <p:cNvSpPr/>
          <p:nvPr/>
        </p:nvSpPr>
        <p:spPr>
          <a:xfrm>
            <a:off x="4005072" y="8723376"/>
            <a:ext cx="1362456" cy="292608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059936" y="8759952"/>
            <a:ext cx="1225296" cy="1828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850" b="1">
                <a:solidFill>
                  <a:srgbClr val="0E2A42"/>
                </a:solidFill>
                <a:latin typeface="Yu Gothic"/>
              </a:rPr>
              <a:t>素敵な仲間たち！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89320" y="8074152"/>
            <a:ext cx="118872" cy="22860"/>
          </a:xfrm>
          <a:prstGeom prst="rect">
            <a:avLst/>
          </a:prstGeom>
          <a:solidFill>
            <a:srgbClr val="1266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190488" y="8074152"/>
            <a:ext cx="118872" cy="22860"/>
          </a:xfrm>
          <a:prstGeom prst="rect">
            <a:avLst/>
          </a:prstGeom>
          <a:solidFill>
            <a:srgbClr val="D3A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391656" y="8074152"/>
            <a:ext cx="118872" cy="22860"/>
          </a:xfrm>
          <a:prstGeom prst="rect">
            <a:avLst/>
          </a:prstGeom>
          <a:solidFill>
            <a:srgbClr val="1266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92824" y="8074152"/>
            <a:ext cx="118872" cy="22860"/>
          </a:xfrm>
          <a:prstGeom prst="rect">
            <a:avLst/>
          </a:prstGeom>
          <a:solidFill>
            <a:srgbClr val="D3A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793992" y="8074152"/>
            <a:ext cx="118872" cy="22860"/>
          </a:xfrm>
          <a:prstGeom prst="rect">
            <a:avLst/>
          </a:prstGeom>
          <a:solidFill>
            <a:srgbClr val="1266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Parallelogram 83"/>
          <p:cNvSpPr/>
          <p:nvPr/>
        </p:nvSpPr>
        <p:spPr>
          <a:xfrm>
            <a:off x="-228600" y="9235440"/>
            <a:ext cx="8092440" cy="1664208"/>
          </a:xfrm>
          <a:prstGeom prst="parallelogram">
            <a:avLst/>
          </a:prstGeom>
          <a:solidFill>
            <a:srgbClr val="04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Parallelogram 84"/>
          <p:cNvSpPr/>
          <p:nvPr/>
        </p:nvSpPr>
        <p:spPr>
          <a:xfrm>
            <a:off x="-457200" y="9070848"/>
            <a:ext cx="3090672" cy="347472"/>
          </a:xfrm>
          <a:prstGeom prst="parallelogram">
            <a:avLst/>
          </a:prstGeom>
          <a:solidFill>
            <a:srgbClr val="1266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Parallelogram 85"/>
          <p:cNvSpPr/>
          <p:nvPr/>
        </p:nvSpPr>
        <p:spPr>
          <a:xfrm>
            <a:off x="-457200" y="9390888"/>
            <a:ext cx="2176272" cy="164592"/>
          </a:xfrm>
          <a:prstGeom prst="parallelogram">
            <a:avLst/>
          </a:prstGeom>
          <a:solidFill>
            <a:srgbClr val="4AA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arallelogram 86"/>
          <p:cNvSpPr/>
          <p:nvPr/>
        </p:nvSpPr>
        <p:spPr>
          <a:xfrm>
            <a:off x="5193792" y="9985248"/>
            <a:ext cx="2816352" cy="384048"/>
          </a:xfrm>
          <a:prstGeom prst="parallelogram">
            <a:avLst/>
          </a:prstGeom>
          <a:solidFill>
            <a:srgbClr val="D3A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arallelogram 87"/>
          <p:cNvSpPr/>
          <p:nvPr/>
        </p:nvSpPr>
        <p:spPr>
          <a:xfrm>
            <a:off x="5715000" y="9765792"/>
            <a:ext cx="2212848" cy="182880"/>
          </a:xfrm>
          <a:prstGeom prst="parallelogram">
            <a:avLst/>
          </a:prstGeom>
          <a:solidFill>
            <a:srgbClr val="1266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11480" y="9811512"/>
            <a:ext cx="155448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67512" y="9811512"/>
            <a:ext cx="155448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23544" y="9811512"/>
            <a:ext cx="155448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79576" y="9811512"/>
            <a:ext cx="155448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35608" y="9811512"/>
            <a:ext cx="155448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828032" y="9299448"/>
            <a:ext cx="2359152" cy="6583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今後のさらなる
ご活躍を期待しています！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47472" y="10305288"/>
            <a:ext cx="2880360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Yu Gothic"/>
              </a:rPr>
              <a:t>PEOPLE  /  CHALLENGE  /  GROWTH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65760" y="9144000"/>
            <a:ext cx="3611880" cy="3931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30" b="0">
                <a:solidFill>
                  <a:srgbClr val="D0E0EC"/>
                </a:solidFill>
                <a:latin typeface="Yu Gothic"/>
              </a:rPr>
              <a:t>写真枠・背景・帯・カード・装飾・文字はすべてPowerPointの部品です。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