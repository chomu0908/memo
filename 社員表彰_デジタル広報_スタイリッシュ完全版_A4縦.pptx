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84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984" cy="10691987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777240"/>
            <a:ext cx="5486" cy="8229600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7320" y="777240"/>
            <a:ext cx="5486" cy="8229600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777240"/>
            <a:ext cx="5486" cy="8229600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777240"/>
            <a:ext cx="5486" cy="8229600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0520" y="777240"/>
            <a:ext cx="5486" cy="8229600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4920" y="777240"/>
            <a:ext cx="5486" cy="8229600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777240"/>
            <a:ext cx="5486" cy="8229600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03720" y="777240"/>
            <a:ext cx="5486" cy="8229600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2468880"/>
            <a:ext cx="7040880" cy="5486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3749039"/>
            <a:ext cx="7040880" cy="5486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5029200"/>
            <a:ext cx="7040880" cy="5486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6309360"/>
            <a:ext cx="7040880" cy="5486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7589520"/>
            <a:ext cx="7040880" cy="5486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8869680"/>
            <a:ext cx="7040880" cy="5486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-384048" y="-73152"/>
            <a:ext cx="8229600" cy="658368"/>
          </a:xfrm>
          <a:prstGeom prst="parallelogram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-502920" y="438912"/>
            <a:ext cx="3794760" cy="310896"/>
          </a:xfrm>
          <a:prstGeom prst="parallelogram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-566928" y="685800"/>
            <a:ext cx="2240280" cy="192024"/>
          </a:xfrm>
          <a:prstGeom prst="parallelogram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 rot="21360000">
            <a:off x="5138928" y="530352"/>
            <a:ext cx="420624" cy="50292"/>
          </a:xfrm>
          <a:prstGeom prst="parallelogram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 rot="21360000">
            <a:off x="5413248" y="544068"/>
            <a:ext cx="420624" cy="50292"/>
          </a:xfrm>
          <a:prstGeom prst="parallelogram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 rot="21360000">
            <a:off x="5687568" y="557784"/>
            <a:ext cx="420624" cy="50292"/>
          </a:xfrm>
          <a:prstGeom prst="parallelogram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 rot="21360000">
            <a:off x="5961888" y="571500"/>
            <a:ext cx="420624" cy="50292"/>
          </a:xfrm>
          <a:prstGeom prst="parallelogram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 rot="21360000">
            <a:off x="6236208" y="585215"/>
            <a:ext cx="420624" cy="50292"/>
          </a:xfrm>
          <a:prstGeom prst="parallelogram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 rot="21360000">
            <a:off x="6510528" y="598931"/>
            <a:ext cx="420624" cy="50292"/>
          </a:xfrm>
          <a:prstGeom prst="parallelogram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 rot="21360000">
            <a:off x="6784848" y="612647"/>
            <a:ext cx="420624" cy="50292"/>
          </a:xfrm>
          <a:prstGeom prst="parallelogram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109728"/>
            <a:ext cx="246888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Yu Gothic"/>
              </a:rPr>
              <a:t>C O M P A N Y   N E W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91440"/>
            <a:ext cx="1389888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Yu Gothic"/>
              </a:rPr>
              <a:t>20XX.00.00
○○株式会社</a:t>
            </a:r>
          </a:p>
        </p:txBody>
      </p:sp>
      <p:sp>
        <p:nvSpPr>
          <p:cNvPr id="29" name="Parallelogram 28"/>
          <p:cNvSpPr/>
          <p:nvPr/>
        </p:nvSpPr>
        <p:spPr>
          <a:xfrm>
            <a:off x="475488" y="859536"/>
            <a:ext cx="3328416" cy="356616"/>
          </a:xfrm>
          <a:prstGeom prst="parallelogram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905256"/>
            <a:ext cx="27432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</a:rPr>
              <a:t>私たちの仲間が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1216152"/>
            <a:ext cx="6492240" cy="6309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3900" b="1">
                <a:solidFill>
                  <a:srgbClr val="052342"/>
                </a:solidFill>
                <a:latin typeface="Yu Gothic"/>
              </a:rPr>
              <a:t>表彰されました！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1005840"/>
            <a:ext cx="226771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0">
                <a:solidFill>
                  <a:srgbClr val="0D69AE"/>
                </a:solidFill>
                <a:latin typeface="Yu Gothic"/>
              </a:rPr>
              <a:t>C O N G R A T U L A T I O N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1828800"/>
            <a:ext cx="3977639" cy="36576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90872" y="1828800"/>
            <a:ext cx="164592" cy="22860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46904" y="1828800"/>
            <a:ext cx="164592" cy="22860"/>
          </a:xfrm>
          <a:prstGeom prst="rect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02936" y="1828800"/>
            <a:ext cx="164592" cy="22860"/>
          </a:xfrm>
          <a:prstGeom prst="rect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8968" y="1828800"/>
            <a:ext cx="164592" cy="22860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15000" y="1828800"/>
            <a:ext cx="164592" cy="22860"/>
          </a:xfrm>
          <a:prstGeom prst="rect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1032" y="1828800"/>
            <a:ext cx="164592" cy="22860"/>
          </a:xfrm>
          <a:prstGeom prst="rect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27064" y="1828800"/>
            <a:ext cx="164592" cy="22860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83096" y="1828800"/>
            <a:ext cx="164592" cy="22860"/>
          </a:xfrm>
          <a:prstGeom prst="rect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39128" y="1828800"/>
            <a:ext cx="164592" cy="22860"/>
          </a:xfrm>
          <a:prstGeom prst="rect">
            <a:avLst/>
          </a:prstGeom>
          <a:solidFill>
            <a:srgbClr val="E2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" y="1965960"/>
            <a:ext cx="6126480" cy="4480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0D273D"/>
                </a:solidFill>
                <a:latin typeface="Yu Gothic"/>
              </a:rPr>
              <a:t>日々の努力と挑戦が高く評価され、当社の ○○さんが
「○○○○賞」を受賞しました！</a:t>
            </a:r>
          </a:p>
        </p:txBody>
      </p:sp>
      <p:sp>
        <p:nvSpPr>
          <p:cNvPr id="44" name="Parallelogram 43"/>
          <p:cNvSpPr/>
          <p:nvPr/>
        </p:nvSpPr>
        <p:spPr>
          <a:xfrm>
            <a:off x="118872" y="2587752"/>
            <a:ext cx="4315968" cy="3840480"/>
          </a:xfrm>
          <a:prstGeom prst="parallelogram">
            <a:avLst/>
          </a:prstGeom>
          <a:solidFill>
            <a:srgbClr val="08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182880" y="2642616"/>
            <a:ext cx="4169663" cy="3703320"/>
          </a:xfrm>
          <a:prstGeom prst="parallelogram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1752" y="2724912"/>
            <a:ext cx="3913632" cy="3493008"/>
          </a:xfrm>
          <a:prstGeom prst="rect">
            <a:avLst/>
          </a:prstGeom>
          <a:solidFill>
            <a:srgbClr val="D2DE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3968496"/>
            <a:ext cx="292608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800" b="1">
                <a:solidFill>
                  <a:srgbClr val="576C7E"/>
                </a:solidFill>
                <a:latin typeface="Yu Gothic"/>
              </a:rPr>
              <a:t>受賞者写真
ここを写真に差し替え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" y="2660904"/>
            <a:ext cx="256032" cy="41148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6888" y="2660904"/>
            <a:ext cx="41148" cy="256032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14215" y="2660904"/>
            <a:ext cx="256032" cy="41148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14215" y="2660904"/>
            <a:ext cx="41148" cy="256032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6888" y="6016752"/>
            <a:ext cx="256032" cy="41148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6888" y="6016752"/>
            <a:ext cx="41148" cy="256032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14215" y="6016752"/>
            <a:ext cx="256032" cy="41148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14215" y="6016752"/>
            <a:ext cx="41148" cy="256032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118872" y="3127248"/>
            <a:ext cx="1627632" cy="1143000"/>
          </a:xfrm>
          <a:prstGeom prst="parallelogram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8872" y="3127248"/>
            <a:ext cx="109728" cy="1143000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6616" y="3273552"/>
            <a:ext cx="1152144" cy="7589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これからも
挑戦を続けて
いきます！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45720" y="4828032"/>
            <a:ext cx="164592" cy="10058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600" b="0">
                <a:solidFill>
                  <a:srgbClr val="0D69AE"/>
                </a:solidFill>
                <a:latin typeface="Yu Gothic"/>
              </a:rPr>
              <a:t>AWARD / 20XX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87952" y="2770632"/>
            <a:ext cx="3063240" cy="3401568"/>
          </a:xfrm>
          <a:prstGeom prst="roundRect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105656" y="2688336"/>
            <a:ext cx="306324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C8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05656" y="2688336"/>
            <a:ext cx="3063240" cy="100584"/>
          </a:xfrm>
          <a:prstGeom prst="rect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05656" y="2688336"/>
            <a:ext cx="941832" cy="100584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70832" y="2907792"/>
            <a:ext cx="2542032" cy="35661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400" b="1">
                <a:solidFill>
                  <a:srgbClr val="052342"/>
                </a:solidFill>
                <a:latin typeface="Yu Gothic"/>
              </a:rPr>
              <a:t>○○○○賞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0832" y="3291840"/>
            <a:ext cx="2523744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50" b="0">
                <a:solidFill>
                  <a:srgbClr val="0D273D"/>
                </a:solidFill>
                <a:latin typeface="Yu Gothic"/>
              </a:rPr>
              <a:t>業務における優れた成果と、チームへの貢献が
高く評価され、このたび受賞しました。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5968" y="4050791"/>
            <a:ext cx="2743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0D69AE"/>
                </a:solidFill>
                <a:latin typeface="Yu Gothic"/>
              </a:rPr>
              <a:t>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4050791"/>
            <a:ext cx="676656" cy="310896"/>
          </a:xfrm>
          <a:prstGeom prst="rect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54296" y="4059935"/>
            <a:ext cx="6035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Yu Gothic"/>
              </a:rPr>
              <a:t>受賞者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22392" y="4041648"/>
            <a:ext cx="1490472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40" b="0">
                <a:solidFill>
                  <a:srgbClr val="0D273D"/>
                </a:solidFill>
                <a:latin typeface="Yu Gothic"/>
              </a:rPr>
              <a:t>○○部　○○さん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15968" y="4407407"/>
            <a:ext cx="2606040" cy="10972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15968" y="4480559"/>
            <a:ext cx="2743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0D69AE"/>
                </a:solidFill>
                <a:latin typeface="Yu Gothic"/>
              </a:rPr>
              <a:t>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20" y="4480559"/>
            <a:ext cx="676656" cy="310896"/>
          </a:xfrm>
          <a:prstGeom prst="rect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54296" y="4489703"/>
            <a:ext cx="6035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Yu Gothic"/>
              </a:rPr>
              <a:t>受賞日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22392" y="4471416"/>
            <a:ext cx="1490472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40" b="0">
                <a:solidFill>
                  <a:srgbClr val="0D273D"/>
                </a:solidFill>
                <a:latin typeface="Yu Gothic"/>
              </a:rPr>
              <a:t>20XX年○月○日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15968" y="4837175"/>
            <a:ext cx="2606040" cy="10972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15968" y="4910327"/>
            <a:ext cx="2743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0D69AE"/>
                </a:solidFill>
                <a:latin typeface="Yu Gothic"/>
              </a:rPr>
              <a:t>03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17720" y="4910327"/>
            <a:ext cx="676656" cy="310896"/>
          </a:xfrm>
          <a:prstGeom prst="rect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54296" y="4919471"/>
            <a:ext cx="6035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Yu Gothic"/>
              </a:rPr>
              <a:t>主催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22392" y="4901183"/>
            <a:ext cx="1490472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40" b="0">
                <a:solidFill>
                  <a:srgbClr val="0D273D"/>
                </a:solidFill>
                <a:latin typeface="Yu Gothic"/>
              </a:rPr>
              <a:t>○○○○協会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15968" y="5266943"/>
            <a:ext cx="2606040" cy="10972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15968" y="5340095"/>
            <a:ext cx="2743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0D69AE"/>
                </a:solidFill>
                <a:latin typeface="Yu Gothic"/>
              </a:rPr>
              <a:t>04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17720" y="5340095"/>
            <a:ext cx="676656" cy="310896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54296" y="5349239"/>
            <a:ext cx="6035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Yu Gothic"/>
              </a:rPr>
              <a:t>受賞理由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22392" y="5330951"/>
            <a:ext cx="1490472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40" b="0">
                <a:solidFill>
                  <a:srgbClr val="0D273D"/>
                </a:solidFill>
                <a:latin typeface="Yu Gothic"/>
              </a:rPr>
              <a:t>○○領域における取り組みが
高く評価されました。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15968" y="5696711"/>
            <a:ext cx="2606040" cy="10972"/>
          </a:xfrm>
          <a:prstGeom prst="rect">
            <a:avLst/>
          </a:prstGeom>
          <a:solidFill>
            <a:srgbClr val="C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2944368"/>
            <a:ext cx="146304" cy="16459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830568" y="3154680"/>
            <a:ext cx="146304" cy="16459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830568" y="3364992"/>
            <a:ext cx="146304" cy="16459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30568" y="3575304"/>
            <a:ext cx="146304" cy="16459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329184" y="6556248"/>
            <a:ext cx="683971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Parallelogram 90"/>
          <p:cNvSpPr/>
          <p:nvPr/>
        </p:nvSpPr>
        <p:spPr>
          <a:xfrm>
            <a:off x="329184" y="6556248"/>
            <a:ext cx="2139696" cy="329184"/>
          </a:xfrm>
          <a:prstGeom prst="parallelogram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9184" y="6556248"/>
            <a:ext cx="118872" cy="329184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" y="6592824"/>
            <a:ext cx="1572768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受賞者コメント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6958584"/>
            <a:ext cx="6089904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50" b="0">
                <a:solidFill>
                  <a:srgbClr val="0D273D"/>
                </a:solidFill>
                <a:latin typeface="Yu Gothic"/>
              </a:rPr>
              <a:t>このような賞をいただけたのは、日頃から支えてくれるチームの皆さんのおかげです。
今後も、より良い成果を目指して引き続き挑戦していきたいと思います。　―― ○○さん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11112" y="6684264"/>
            <a:ext cx="320040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400" b="1">
                <a:solidFill>
                  <a:srgbClr val="D9A528"/>
                </a:solidFill>
                <a:latin typeface="Yu Gothic"/>
              </a:rPr>
              <a:t>”</a:t>
            </a:r>
          </a:p>
        </p:txBody>
      </p:sp>
      <p:sp>
        <p:nvSpPr>
          <p:cNvPr id="96" name="Parallelogram 95"/>
          <p:cNvSpPr/>
          <p:nvPr/>
        </p:nvSpPr>
        <p:spPr>
          <a:xfrm>
            <a:off x="256032" y="8046720"/>
            <a:ext cx="1700784" cy="1161288"/>
          </a:xfrm>
          <a:prstGeom prst="parallelogram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20040" y="8010144"/>
            <a:ext cx="1554480" cy="896112"/>
          </a:xfrm>
          <a:prstGeom prst="rect">
            <a:avLst/>
          </a:prstGeom>
          <a:solidFill>
            <a:srgbClr val="D2DE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2647" y="8275320"/>
            <a:ext cx="98755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>
                <a:solidFill>
                  <a:srgbClr val="576C7E"/>
                </a:solidFill>
                <a:latin typeface="Yu Gothic"/>
              </a:rPr>
              <a:t>写真</a:t>
            </a:r>
          </a:p>
        </p:txBody>
      </p:sp>
      <p:sp>
        <p:nvSpPr>
          <p:cNvPr id="99" name="Parallelogram 98"/>
          <p:cNvSpPr/>
          <p:nvPr/>
        </p:nvSpPr>
        <p:spPr>
          <a:xfrm>
            <a:off x="384048" y="8787384"/>
            <a:ext cx="1408176" cy="29260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8912" y="8823960"/>
            <a:ext cx="1261872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19" b="1">
                <a:solidFill>
                  <a:srgbClr val="0D273D"/>
                </a:solidFill>
                <a:latin typeface="Yu Gothic"/>
              </a:rPr>
              <a:t>表彰式の様子</a:t>
            </a:r>
          </a:p>
        </p:txBody>
      </p:sp>
      <p:sp>
        <p:nvSpPr>
          <p:cNvPr id="101" name="Parallelogram 100"/>
          <p:cNvSpPr/>
          <p:nvPr/>
        </p:nvSpPr>
        <p:spPr>
          <a:xfrm>
            <a:off x="2048255" y="8046720"/>
            <a:ext cx="1700784" cy="1161288"/>
          </a:xfrm>
          <a:prstGeom prst="parallelogram">
            <a:avLst/>
          </a:prstGeom>
          <a:solidFill>
            <a:srgbClr val="08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112263" y="8010144"/>
            <a:ext cx="1554480" cy="896112"/>
          </a:xfrm>
          <a:prstGeom prst="rect">
            <a:avLst/>
          </a:prstGeom>
          <a:solidFill>
            <a:srgbClr val="D2DE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404872" y="8275320"/>
            <a:ext cx="98755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>
                <a:solidFill>
                  <a:srgbClr val="576C7E"/>
                </a:solidFill>
                <a:latin typeface="Yu Gothic"/>
              </a:rPr>
              <a:t>写真</a:t>
            </a:r>
          </a:p>
        </p:txBody>
      </p:sp>
      <p:sp>
        <p:nvSpPr>
          <p:cNvPr id="104" name="Parallelogram 103"/>
          <p:cNvSpPr/>
          <p:nvPr/>
        </p:nvSpPr>
        <p:spPr>
          <a:xfrm>
            <a:off x="2176272" y="8787384"/>
            <a:ext cx="1408176" cy="29260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31136" y="8823960"/>
            <a:ext cx="1261872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19" b="1">
                <a:solidFill>
                  <a:srgbClr val="0D273D"/>
                </a:solidFill>
                <a:latin typeface="Yu Gothic"/>
              </a:rPr>
              <a:t>受賞者スピーチ</a:t>
            </a:r>
          </a:p>
        </p:txBody>
      </p:sp>
      <p:sp>
        <p:nvSpPr>
          <p:cNvPr id="106" name="Parallelogram 105"/>
          <p:cNvSpPr/>
          <p:nvPr/>
        </p:nvSpPr>
        <p:spPr>
          <a:xfrm>
            <a:off x="3840480" y="8046720"/>
            <a:ext cx="1700784" cy="1161288"/>
          </a:xfrm>
          <a:prstGeom prst="parallelogram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904488" y="8010144"/>
            <a:ext cx="1554480" cy="896112"/>
          </a:xfrm>
          <a:prstGeom prst="rect">
            <a:avLst/>
          </a:prstGeom>
          <a:solidFill>
            <a:srgbClr val="D2DE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97096" y="8275320"/>
            <a:ext cx="98755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>
                <a:solidFill>
                  <a:srgbClr val="576C7E"/>
                </a:solidFill>
                <a:latin typeface="Yu Gothic"/>
              </a:rPr>
              <a:t>写真</a:t>
            </a:r>
          </a:p>
        </p:txBody>
      </p:sp>
      <p:sp>
        <p:nvSpPr>
          <p:cNvPr id="109" name="Parallelogram 108"/>
          <p:cNvSpPr/>
          <p:nvPr/>
        </p:nvSpPr>
        <p:spPr>
          <a:xfrm>
            <a:off x="3968496" y="8787384"/>
            <a:ext cx="1408176" cy="29260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023360" y="8823960"/>
            <a:ext cx="1261872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19" b="1">
                <a:solidFill>
                  <a:srgbClr val="0D273D"/>
                </a:solidFill>
                <a:latin typeface="Yu Gothic"/>
              </a:rPr>
              <a:t>素敵な仲間たち！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79008" y="8028431"/>
            <a:ext cx="109728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700" b="1">
                <a:solidFill>
                  <a:srgbClr val="0D69AE"/>
                </a:solidFill>
                <a:latin typeface="Yu Gothic"/>
              </a:rPr>
              <a:t>AWARD STORY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26480" y="8302752"/>
            <a:ext cx="658368" cy="32004"/>
          </a:xfrm>
          <a:prstGeom prst="rect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26480" y="8449056"/>
            <a:ext cx="438912" cy="32004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126480" y="8595360"/>
            <a:ext cx="804672" cy="32004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126480" y="8741664"/>
            <a:ext cx="310896" cy="32004"/>
          </a:xfrm>
          <a:prstGeom prst="rect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Parallelogram 115"/>
          <p:cNvSpPr/>
          <p:nvPr/>
        </p:nvSpPr>
        <p:spPr>
          <a:xfrm>
            <a:off x="-347472" y="9253728"/>
            <a:ext cx="8229600" cy="1691640"/>
          </a:xfrm>
          <a:prstGeom prst="parallelogram">
            <a:avLst/>
          </a:prstGeom>
          <a:solidFill>
            <a:srgbClr val="0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Parallelogram 116"/>
          <p:cNvSpPr/>
          <p:nvPr/>
        </p:nvSpPr>
        <p:spPr>
          <a:xfrm>
            <a:off x="-502920" y="9079992"/>
            <a:ext cx="3291840" cy="347472"/>
          </a:xfrm>
          <a:prstGeom prst="parallelogram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arallelogram 117"/>
          <p:cNvSpPr/>
          <p:nvPr/>
        </p:nvSpPr>
        <p:spPr>
          <a:xfrm>
            <a:off x="-548640" y="9372600"/>
            <a:ext cx="2240280" cy="182880"/>
          </a:xfrm>
          <a:prstGeom prst="parallelogram">
            <a:avLst/>
          </a:prstGeom>
          <a:solidFill>
            <a:srgbClr val="38A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Parallelogram 118"/>
          <p:cNvSpPr/>
          <p:nvPr/>
        </p:nvSpPr>
        <p:spPr>
          <a:xfrm>
            <a:off x="5193792" y="10012680"/>
            <a:ext cx="2880360" cy="393192"/>
          </a:xfrm>
          <a:prstGeom prst="parallelogram">
            <a:avLst/>
          </a:prstGeom>
          <a:solidFill>
            <a:srgbClr val="D9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Parallelogram 119"/>
          <p:cNvSpPr/>
          <p:nvPr/>
        </p:nvSpPr>
        <p:spPr>
          <a:xfrm>
            <a:off x="5669280" y="9802368"/>
            <a:ext cx="2395728" cy="201168"/>
          </a:xfrm>
          <a:prstGeom prst="parallelogram">
            <a:avLst/>
          </a:prstGeom>
          <a:solidFill>
            <a:srgbClr val="0D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Parallelogram 120"/>
          <p:cNvSpPr/>
          <p:nvPr/>
        </p:nvSpPr>
        <p:spPr>
          <a:xfrm>
            <a:off x="411480" y="9802368"/>
            <a:ext cx="182880" cy="274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Parallelogram 121"/>
          <p:cNvSpPr/>
          <p:nvPr/>
        </p:nvSpPr>
        <p:spPr>
          <a:xfrm>
            <a:off x="694944" y="9802368"/>
            <a:ext cx="182880" cy="274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arallelogram 122"/>
          <p:cNvSpPr/>
          <p:nvPr/>
        </p:nvSpPr>
        <p:spPr>
          <a:xfrm>
            <a:off x="978408" y="9802368"/>
            <a:ext cx="182880" cy="274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arallelogram 123"/>
          <p:cNvSpPr/>
          <p:nvPr/>
        </p:nvSpPr>
        <p:spPr>
          <a:xfrm>
            <a:off x="1261872" y="9802368"/>
            <a:ext cx="182880" cy="274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Parallelogram 124"/>
          <p:cNvSpPr/>
          <p:nvPr/>
        </p:nvSpPr>
        <p:spPr>
          <a:xfrm>
            <a:off x="1545336" y="9802368"/>
            <a:ext cx="182880" cy="274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Parallelogram 125"/>
          <p:cNvSpPr/>
          <p:nvPr/>
        </p:nvSpPr>
        <p:spPr>
          <a:xfrm>
            <a:off x="1828800" y="9802368"/>
            <a:ext cx="182880" cy="274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Parallelogram 126"/>
          <p:cNvSpPr/>
          <p:nvPr/>
        </p:nvSpPr>
        <p:spPr>
          <a:xfrm>
            <a:off x="2112264" y="9802368"/>
            <a:ext cx="182880" cy="274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Parallelogram 127"/>
          <p:cNvSpPr/>
          <p:nvPr/>
        </p:nvSpPr>
        <p:spPr>
          <a:xfrm>
            <a:off x="2395728" y="9802368"/>
            <a:ext cx="182880" cy="27432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681728" y="9317736"/>
            <a:ext cx="2532888" cy="6766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今後のさらなる
ご活躍を期待しています！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47472" y="10323576"/>
            <a:ext cx="292608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Yu Gothic"/>
              </a:rPr>
              <a:t>PEOPLE  /  CHALLENGE  /  GROWTH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6616" y="9189720"/>
            <a:ext cx="352044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>
                <a:solidFill>
                  <a:srgbClr val="CDDFED"/>
                </a:solidFill>
                <a:latin typeface="Yu Gothic"/>
              </a:rPr>
              <a:t>写真・背景・帯・カード・装飾・文字はすべて編集可能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